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  <p:sldMasterId id="214748369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6858000" cy="12192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  <p:embeddedFont>
      <p:font typeface="IBM Plex Sans" panose="020B0503050203000203" pitchFamily="34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000000"/>
    <a:srgbClr val="FFFFFF"/>
    <a:srgbClr val="12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9303" autoAdjust="0"/>
  </p:normalViewPr>
  <p:slideViewPr>
    <p:cSldViewPr snapToGrid="0">
      <p:cViewPr varScale="1">
        <p:scale>
          <a:sx n="54" d="100"/>
          <a:sy n="54" d="100"/>
        </p:scale>
        <p:origin x="26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578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3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035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172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047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77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402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787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553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762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11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627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800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263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644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15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2945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6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60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852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88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157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4629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DDAB8-57B8-4299-AF91-C2A3C732B916}" type="datetimeFigureOut">
              <a:rPr lang="ru-RU" smtClean="0"/>
              <a:t>28.03.2023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7B65C-96D0-410A-A7F9-0583159EC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780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8.xml"/><Relationship Id="rId4" Type="http://schemas.openxmlformats.org/officeDocument/2006/relationships/slide" Target="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1582986" y="5502540"/>
            <a:ext cx="3692036" cy="118692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113" b="1" dirty="0">
                <a:latin typeface="IBM Plex Sans" panose="020B0503050203000203" pitchFamily="34" charset="0"/>
              </a:rPr>
              <a:t>HYBRID</a:t>
            </a:r>
            <a:endParaRPr lang="ru-RU" sz="7113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3253-E198-A4C5-6AF7-71C97EC82BCE}"/>
              </a:ext>
            </a:extLst>
          </p:cNvPr>
          <p:cNvSpPr txBox="1"/>
          <p:nvPr/>
        </p:nvSpPr>
        <p:spPr>
          <a:xfrm>
            <a:off x="2636956" y="6725236"/>
            <a:ext cx="1584088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2491" dirty="0">
                <a:latin typeface="IBM Plex Sans" panose="020B0503050203000203" pitchFamily="34" charset="0"/>
              </a:rPr>
              <a:t>by winner</a:t>
            </a:r>
            <a:endParaRPr lang="ru-RU" sz="2491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272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893968" y="5822422"/>
            <a:ext cx="3070071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добро пожаловать!</a:t>
            </a:r>
          </a:p>
        </p:txBody>
      </p:sp>
    </p:spTree>
    <p:extLst>
      <p:ext uri="{BB962C8B-B14F-4D97-AF65-F5344CB8AC3E}">
        <p14:creationId xmlns:p14="http://schemas.microsoft.com/office/powerpoint/2010/main" val="2678140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198542" y="5822422"/>
            <a:ext cx="2460930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выберите язык</a:t>
            </a:r>
          </a:p>
        </p:txBody>
      </p:sp>
    </p:spTree>
    <p:extLst>
      <p:ext uri="{BB962C8B-B14F-4D97-AF65-F5344CB8AC3E}">
        <p14:creationId xmlns:p14="http://schemas.microsoft.com/office/powerpoint/2010/main" val="3722791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198542" y="2599494"/>
            <a:ext cx="2460930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2201900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2517536" y="5271252"/>
            <a:ext cx="1822935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3198" b="1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hlinkClick r:id="rId3" action="ppaction://hlinksldjump"/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2667140" y="6210546"/>
            <a:ext cx="1505540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198" dirty="0">
                <a:latin typeface="IBM Plex Sans" panose="020B0503050203000203" pitchFamily="34" charset="0"/>
              </a:rPr>
              <a:t>english</a:t>
            </a:r>
            <a:endParaRPr lang="ru-RU" sz="3198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284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198542" y="2599494"/>
            <a:ext cx="2460930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2201900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2555207" y="5271252"/>
            <a:ext cx="1747593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3198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2631073" y="6210546"/>
            <a:ext cx="1577675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198" b="1" dirty="0">
                <a:latin typeface="IBM Plex Sans" panose="020B0503050203000203" pitchFamily="34" charset="0"/>
              </a:rPr>
              <a:t>english</a:t>
            </a:r>
            <a:endParaRPr lang="ru-RU" sz="3198" b="1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79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198542" y="2599494"/>
            <a:ext cx="2460930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выберите язык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2201900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E0F0CCF3-4482-0386-8FA2-6A666613AAA3}"/>
              </a:ext>
            </a:extLst>
          </p:cNvPr>
          <p:cNvSpPr txBox="1"/>
          <p:nvPr/>
        </p:nvSpPr>
        <p:spPr>
          <a:xfrm>
            <a:off x="2555207" y="5271252"/>
            <a:ext cx="1747593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3198" dirty="0">
                <a:latin typeface="IBM Plex Sans" panose="020B0503050203000203" pitchFamily="34" charset="0"/>
              </a:rPr>
              <a:t>русский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57393A-CB02-8905-67B2-C28FCA360B4E}"/>
              </a:ext>
            </a:extLst>
          </p:cNvPr>
          <p:cNvSpPr txBox="1"/>
          <p:nvPr/>
        </p:nvSpPr>
        <p:spPr>
          <a:xfrm>
            <a:off x="2631073" y="6210546"/>
            <a:ext cx="1577675" cy="58445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198" b="1" dirty="0">
                <a:latin typeface="IBM Plex Sans" panose="020B0503050203000203" pitchFamily="34" charset="0"/>
              </a:rPr>
              <a:t>english</a:t>
            </a:r>
            <a:endParaRPr lang="ru-RU" sz="3198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22F12-C929-E88F-0614-34539FA02F53}"/>
              </a:ext>
            </a:extLst>
          </p:cNvPr>
          <p:cNvSpPr txBox="1"/>
          <p:nvPr/>
        </p:nvSpPr>
        <p:spPr>
          <a:xfrm>
            <a:off x="1269339" y="9875211"/>
            <a:ext cx="4301177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b="1" dirty="0">
                <a:solidFill>
                  <a:schemeClr val="accent4"/>
                </a:solidFill>
                <a:latin typeface="IBM Plex Sans" panose="020B0503050203000203" pitchFamily="34" charset="0"/>
              </a:rPr>
              <a:t>данный язык недоступен!</a:t>
            </a:r>
          </a:p>
        </p:txBody>
      </p:sp>
    </p:spTree>
    <p:extLst>
      <p:ext uri="{BB962C8B-B14F-4D97-AF65-F5344CB8AC3E}">
        <p14:creationId xmlns:p14="http://schemas.microsoft.com/office/powerpoint/2010/main" val="2421758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256260" y="2599494"/>
            <a:ext cx="2345514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как вас зовут?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3578189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825606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bg1">
                    <a:lumMod val="50000"/>
                    <a:lumOff val="50000"/>
                  </a:schemeClr>
                </a:solidFill>
                <a:latin typeface="IBM Plex Sans" panose="020B0503050203000203" pitchFamily="34" charset="0"/>
              </a:rPr>
              <a:t>введите своё настоящее имя</a:t>
            </a:r>
          </a:p>
        </p:txBody>
      </p:sp>
    </p:spTree>
    <p:extLst>
      <p:ext uri="{BB962C8B-B14F-4D97-AF65-F5344CB8AC3E}">
        <p14:creationId xmlns:p14="http://schemas.microsoft.com/office/powerpoint/2010/main" val="2552835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256260" y="2599494"/>
            <a:ext cx="2345514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как вас зовут?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3578189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825606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3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530104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340159" y="2599494"/>
            <a:ext cx="4177681" cy="8589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3578189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825606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825605" y="4882406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STD_SAMSUNG</a:t>
            </a:r>
            <a:endParaRPr lang="ru-RU" sz="2491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hlinkClick r:id="rId4" action="ppaction://hlinksldjump"/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 Winner LinkShare</a:t>
            </a:r>
            <a:endParaRPr lang="ru-RU" sz="2491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hlinkClick r:id="rId5" action="ppaction://hlinksldjump"/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6510934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 Google </a:t>
            </a:r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</a:p>
        </p:txBody>
      </p:sp>
    </p:spTree>
    <p:extLst>
      <p:ext uri="{BB962C8B-B14F-4D97-AF65-F5344CB8AC3E}">
        <p14:creationId xmlns:p14="http://schemas.microsoft.com/office/powerpoint/2010/main" val="1851164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3578189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825606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825605" y="4882406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STD_SAMSUNG</a:t>
            </a:r>
            <a:endParaRPr lang="ru-RU" sz="2491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 Winner LinkShare</a:t>
            </a:r>
            <a:endParaRPr lang="ru-RU" sz="2491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hlinkClick r:id="rId5" action="ppaction://hlinksldjump"/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6510934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 Google </a:t>
            </a:r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D4192-2E90-9E35-CA7A-23DA94398F7E}"/>
              </a:ext>
            </a:extLst>
          </p:cNvPr>
          <p:cNvSpPr txBox="1"/>
          <p:nvPr/>
        </p:nvSpPr>
        <p:spPr>
          <a:xfrm>
            <a:off x="1340159" y="2599494"/>
            <a:ext cx="4177681" cy="8589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</p:spTree>
    <p:extLst>
      <p:ext uri="{BB962C8B-B14F-4D97-AF65-F5344CB8AC3E}">
        <p14:creationId xmlns:p14="http://schemas.microsoft.com/office/powerpoint/2010/main" val="4015424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3578189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продолжить</a:t>
            </a:r>
          </a:p>
        </p:txBody>
      </p:sp>
      <p:sp>
        <p:nvSpPr>
          <p:cNvPr id="8" name="Прямоугольник: скругленные углы 7">
            <a:hlinkClick r:id="rId3" action="ppaction://hlinksldjump"/>
            <a:extLst>
              <a:ext uri="{FF2B5EF4-FFF2-40B4-BE49-F238E27FC236}">
                <a16:creationId xmlns:a16="http://schemas.microsoft.com/office/drawing/2014/main" id="{A542FAAF-E23A-F4C1-92CB-35E5EF10EBF0}"/>
              </a:ext>
            </a:extLst>
          </p:cNvPr>
          <p:cNvSpPr/>
          <p:nvPr/>
        </p:nvSpPr>
        <p:spPr>
          <a:xfrm>
            <a:off x="825606" y="8919601"/>
            <a:ext cx="2454208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0" name="Прямоугольник: скругленные углы 9">
            <a:hlinkClick r:id="rId4" action="ppaction://hlinksldjump"/>
            <a:extLst>
              <a:ext uri="{FF2B5EF4-FFF2-40B4-BE49-F238E27FC236}">
                <a16:creationId xmlns:a16="http://schemas.microsoft.com/office/drawing/2014/main" id="{6BDB25B9-B112-7498-8AE3-3EE5460095B9}"/>
              </a:ext>
            </a:extLst>
          </p:cNvPr>
          <p:cNvSpPr/>
          <p:nvPr/>
        </p:nvSpPr>
        <p:spPr>
          <a:xfrm>
            <a:off x="825605" y="4882406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 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STD_SAMSUNG</a:t>
            </a:r>
            <a:endParaRPr lang="ru-RU" sz="2491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3" name="Прямоугольник: скругленные углы 2">
            <a:hlinkClick r:id="rId5" action="ppaction://hlinksldjump"/>
            <a:extLst>
              <a:ext uri="{FF2B5EF4-FFF2-40B4-BE49-F238E27FC236}">
                <a16:creationId xmlns:a16="http://schemas.microsoft.com/office/drawing/2014/main" id="{88D65299-124C-84D9-0A1C-FFB9088D1068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dirty="0">
                <a:solidFill>
                  <a:schemeClr val="tx1"/>
                </a:solidFill>
                <a:latin typeface="IBM Plex Sans" panose="020B0503050203000203" pitchFamily="34" charset="0"/>
              </a:rPr>
              <a:t> Winner LinkShare</a:t>
            </a:r>
            <a:endParaRPr lang="ru-RU" sz="2491" dirty="0">
              <a:solidFill>
                <a:schemeClr val="tx1"/>
              </a:solidFill>
              <a:latin typeface="IBM Plex Sans" panose="020B050305020300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6510934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  <a:r>
              <a:rPr lang="en-US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 Google </a:t>
            </a:r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Диск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CFB6C-E2C7-FCD4-A92B-D1864F8B0FCE}"/>
              </a:ext>
            </a:extLst>
          </p:cNvPr>
          <p:cNvSpPr txBox="1"/>
          <p:nvPr/>
        </p:nvSpPr>
        <p:spPr>
          <a:xfrm>
            <a:off x="1340159" y="2599494"/>
            <a:ext cx="4177681" cy="8589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на какой диск вы хотите установить систему?</a:t>
            </a:r>
          </a:p>
        </p:txBody>
      </p:sp>
    </p:spTree>
    <p:extLst>
      <p:ext uri="{BB962C8B-B14F-4D97-AF65-F5344CB8AC3E}">
        <p14:creationId xmlns:p14="http://schemas.microsoft.com/office/powerpoint/2010/main" val="86848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04730A2-E720-D6B5-E64B-C72E8A671FDB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3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tx1"/>
                </a:solidFill>
                <a:latin typeface="IBM Plex Sans" panose="020B0503050203000203" pitchFamily="34" charset="0"/>
              </a:rPr>
              <a:t>установка 4%</a:t>
            </a:r>
          </a:p>
        </p:txBody>
      </p:sp>
    </p:spTree>
    <p:extLst>
      <p:ext uri="{BB962C8B-B14F-4D97-AF65-F5344CB8AC3E}">
        <p14:creationId xmlns:p14="http://schemas.microsoft.com/office/powerpoint/2010/main" val="225973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4000">
        <p159:morph option="byObject"/>
      </p:transition>
    </mc:Choice>
    <mc:Fallback xmlns="">
      <p:transition advClick="0" advTm="4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tx1"/>
                </a:solidFill>
                <a:latin typeface="IBM Plex Sans" panose="020B0503050203000203" pitchFamily="34" charset="0"/>
              </a:rPr>
              <a:t>установка 20%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FAAF1FE-30E0-2F4C-41B8-5979643E9031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334803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spd="med" advClick="0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5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59%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899EE32-723B-3561-A898-6027463DF754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2528269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6000">
        <p:fade/>
      </p:transition>
    </mc:Choice>
    <mc:Fallback xmlns="">
      <p:transition spd="med" advClick="0" advTm="6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60%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C637512-CC1F-1F86-AA81-D2A24D257B40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392445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75%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9411C8B-4156-A508-2327-062563D1CE1F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41099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>
              <a:alpha val="9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96%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D9320A3-C1AE-603C-6050-566040538302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45360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5000">
        <p:fade/>
      </p:transition>
    </mc:Choice>
    <mc:Fallback xmlns="">
      <p:transition spd="med" advClick="0" advTm="5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установка 100%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83460DC-1315-D6C6-65B4-CBBBB07A865D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260853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3000">
        <p:fade/>
      </p:transition>
    </mc:Choice>
    <mc:Fallback xmlns="">
      <p:transition spd="med" advClick="0" advTm="3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761765" y="2599494"/>
            <a:ext cx="3334566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установка системы…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EF3444-B0A1-C943-F3C1-EA20C0FD7115}"/>
              </a:ext>
            </a:extLst>
          </p:cNvPr>
          <p:cNvSpPr/>
          <p:nvPr/>
        </p:nvSpPr>
        <p:spPr>
          <a:xfrm>
            <a:off x="825605" y="5696673"/>
            <a:ext cx="5206791" cy="672912"/>
          </a:xfrm>
          <a:prstGeom prst="roundRect">
            <a:avLst>
              <a:gd name="adj" fmla="val 18768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91" b="1" dirty="0">
                <a:solidFill>
                  <a:schemeClr val="bg1"/>
                </a:solidFill>
                <a:latin typeface="IBM Plex Sans" panose="020B0503050203000203" pitchFamily="34" charset="0"/>
              </a:rPr>
              <a:t>осталось ещё чуть-чуть…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383460DC-1315-D6C6-65B4-CBBBB07A865D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пожалуйста, подождите</a:t>
            </a:r>
          </a:p>
        </p:txBody>
      </p:sp>
    </p:spTree>
    <p:extLst>
      <p:ext uri="{BB962C8B-B14F-4D97-AF65-F5344CB8AC3E}">
        <p14:creationId xmlns:p14="http://schemas.microsoft.com/office/powerpoint/2010/main" val="1571734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6000">
        <p159:morph option="byObject"/>
      </p:transition>
    </mc:Choice>
    <mc:Fallback xmlns="">
      <p:transition advClick="0" advTm="6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hlinkClick r:id="rId2" action="ppaction://hlinksldjump"/>
            <a:extLst>
              <a:ext uri="{FF2B5EF4-FFF2-40B4-BE49-F238E27FC236}">
                <a16:creationId xmlns:a16="http://schemas.microsoft.com/office/drawing/2014/main" id="{3AA5AB2F-D850-2233-C42E-7EAA24DF3D43}"/>
              </a:ext>
            </a:extLst>
          </p:cNvPr>
          <p:cNvSpPr/>
          <p:nvPr/>
        </p:nvSpPr>
        <p:spPr>
          <a:xfrm>
            <a:off x="825605" y="8919601"/>
            <a:ext cx="5206791" cy="672912"/>
          </a:xfrm>
          <a:prstGeom prst="roundRect">
            <a:avLst>
              <a:gd name="adj" fmla="val 1876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завершить установку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2493539" y="4838724"/>
            <a:ext cx="1871025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всё готово!</a:t>
            </a:r>
          </a:p>
        </p:txBody>
      </p:sp>
    </p:spTree>
    <p:extLst>
      <p:ext uri="{BB962C8B-B14F-4D97-AF65-F5344CB8AC3E}">
        <p14:creationId xmlns:p14="http://schemas.microsoft.com/office/powerpoint/2010/main" val="3954378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 advClick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1582986" y="5502540"/>
            <a:ext cx="3692036" cy="118692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7113" b="1" dirty="0">
                <a:latin typeface="IBM Plex Sans" panose="020B0503050203000203" pitchFamily="34" charset="0"/>
              </a:rPr>
              <a:t>HYBRID</a:t>
            </a:r>
            <a:endParaRPr lang="ru-RU" sz="7113" b="1" dirty="0">
              <a:latin typeface="IBM Plex Sans" panose="020B050305020300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23253-E198-A4C5-6AF7-71C97EC82BCE}"/>
              </a:ext>
            </a:extLst>
          </p:cNvPr>
          <p:cNvSpPr txBox="1"/>
          <p:nvPr/>
        </p:nvSpPr>
        <p:spPr>
          <a:xfrm>
            <a:off x="2636956" y="6725236"/>
            <a:ext cx="1584088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sz="2491" dirty="0">
                <a:latin typeface="IBM Plex Sans" panose="020B0503050203000203" pitchFamily="34" charset="0"/>
              </a:rPr>
              <a:t>by winner</a:t>
            </a:r>
            <a:endParaRPr lang="ru-RU" sz="2491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720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893968" y="5822422"/>
            <a:ext cx="3070071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добро пожаловать!</a:t>
            </a:r>
          </a:p>
        </p:txBody>
      </p:sp>
    </p:spTree>
    <p:extLst>
      <p:ext uri="{BB962C8B-B14F-4D97-AF65-F5344CB8AC3E}">
        <p14:creationId xmlns:p14="http://schemas.microsoft.com/office/powerpoint/2010/main" val="3195090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973331" y="2848397"/>
            <a:ext cx="2911374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выберите аккаунт</a:t>
            </a:r>
          </a:p>
        </p:txBody>
      </p:sp>
      <p:sp>
        <p:nvSpPr>
          <p:cNvPr id="3" name="Овал 2">
            <a:hlinkClick r:id="rId2" action="ppaction://hlinksldjump"/>
            <a:extLst>
              <a:ext uri="{FF2B5EF4-FFF2-40B4-BE49-F238E27FC236}">
                <a16:creationId xmlns:a16="http://schemas.microsoft.com/office/drawing/2014/main" id="{3D3CE5E2-8265-5F02-0F09-2672868379ED}"/>
              </a:ext>
            </a:extLst>
          </p:cNvPr>
          <p:cNvSpPr/>
          <p:nvPr/>
        </p:nvSpPr>
        <p:spPr>
          <a:xfrm>
            <a:off x="2616204" y="4938947"/>
            <a:ext cx="1625602" cy="1625602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557" b="1" dirty="0">
                <a:latin typeface="IBM Plex Sans" panose="020B0503050203000203" pitchFamily="34" charset="0"/>
              </a:rPr>
              <a:t>Я</a:t>
            </a: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DAB93D82-204E-A436-201C-6DD9FD081732}"/>
              </a:ext>
            </a:extLst>
          </p:cNvPr>
          <p:cNvSpPr txBox="1"/>
          <p:nvPr/>
        </p:nvSpPr>
        <p:spPr>
          <a:xfrm>
            <a:off x="1901246" y="6705898"/>
            <a:ext cx="3055536" cy="47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91" b="1" dirty="0"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771294950"/>
      </p:ext>
    </p:extLst>
  </p:cSld>
  <p:clrMapOvr>
    <a:masterClrMapping/>
  </p:clrMapOvr>
  <p:transition advClick="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3F53D-7735-8BE0-78AA-B65F5C7767FC}"/>
              </a:ext>
            </a:extLst>
          </p:cNvPr>
          <p:cNvSpPr txBox="1"/>
          <p:nvPr/>
        </p:nvSpPr>
        <p:spPr>
          <a:xfrm>
            <a:off x="2500701" y="629489"/>
            <a:ext cx="1856598" cy="63972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557" dirty="0">
                <a:latin typeface="IBM Plex Sans" panose="020B0503050203000203" pitchFamily="34" charset="0"/>
              </a:rPr>
              <a:t>HYBRID</a:t>
            </a:r>
            <a:endParaRPr lang="ru-RU" sz="3557" dirty="0">
              <a:latin typeface="IBM Plex Sans" panose="020B050305020300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311B9-E8F5-C55B-19EC-3448A301878A}"/>
              </a:ext>
            </a:extLst>
          </p:cNvPr>
          <p:cNvSpPr txBox="1"/>
          <p:nvPr/>
        </p:nvSpPr>
        <p:spPr>
          <a:xfrm>
            <a:off x="1893985" y="2848397"/>
            <a:ext cx="3070071" cy="47564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добро пожаловать!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D3CE5E2-8265-5F02-0F09-2672868379ED}"/>
              </a:ext>
            </a:extLst>
          </p:cNvPr>
          <p:cNvSpPr/>
          <p:nvPr/>
        </p:nvSpPr>
        <p:spPr>
          <a:xfrm>
            <a:off x="2616204" y="4938947"/>
            <a:ext cx="1625602" cy="1625602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557" b="1" dirty="0">
                <a:latin typeface="IBM Plex Sans" panose="020B0503050203000203" pitchFamily="34" charset="0"/>
              </a:rPr>
              <a:t>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93D82-204E-A436-201C-6DD9FD081732}"/>
              </a:ext>
            </a:extLst>
          </p:cNvPr>
          <p:cNvSpPr txBox="1"/>
          <p:nvPr/>
        </p:nvSpPr>
        <p:spPr>
          <a:xfrm>
            <a:off x="669642" y="6705896"/>
            <a:ext cx="5518724" cy="475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91" dirty="0">
                <a:latin typeface="IBM Plex Sans" panose="020B0503050203000203" pitchFamily="34" charset="0"/>
              </a:rPr>
              <a:t>выполняется вход в аккаунт…</a:t>
            </a:r>
          </a:p>
        </p:txBody>
      </p:sp>
    </p:spTree>
    <p:extLst>
      <p:ext uri="{BB962C8B-B14F-4D97-AF65-F5344CB8AC3E}">
        <p14:creationId xmlns:p14="http://schemas.microsoft.com/office/powerpoint/2010/main" val="2809608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3000">
        <p159:morph option="byObject"/>
      </p:transition>
    </mc:Choice>
    <mc:Fallback xmlns="">
      <p:transition spd="slow" advClick="0" advTm="3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101386"/>
            <a:ext cx="849861" cy="849861"/>
          </a:xfrm>
          <a:prstGeom prst="star8">
            <a:avLst>
              <a:gd name="adj" fmla="val 369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3308622" y="0"/>
            <a:ext cx="3549370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</p:spTree>
    <p:extLst>
      <p:ext uri="{BB962C8B-B14F-4D97-AF65-F5344CB8AC3E}">
        <p14:creationId xmlns:p14="http://schemas.microsoft.com/office/powerpoint/2010/main" val="2065878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767069"/>
            <a:ext cx="849861" cy="849861"/>
          </a:xfrm>
          <a:prstGeom prst="star8">
            <a:avLst>
              <a:gd name="adj" fmla="val 200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3308622" y="0"/>
            <a:ext cx="3549370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 </a:t>
            </a:r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| </a:t>
            </a:r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ярослав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0A598B-B98C-F7CD-8AC8-5B8A3BAD9963}"/>
              </a:ext>
            </a:extLst>
          </p:cNvPr>
          <p:cNvSpPr/>
          <p:nvPr/>
        </p:nvSpPr>
        <p:spPr>
          <a:xfrm>
            <a:off x="1" y="420437"/>
            <a:ext cx="6858000" cy="11238164"/>
          </a:xfrm>
          <a:prstGeom prst="roundRect">
            <a:avLst>
              <a:gd name="adj" fmla="val 2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5E76439-9DDD-7187-5594-CB545FA5B855}"/>
              </a:ext>
            </a:extLst>
          </p:cNvPr>
          <p:cNvSpPr/>
          <p:nvPr/>
        </p:nvSpPr>
        <p:spPr>
          <a:xfrm>
            <a:off x="271994" y="694254"/>
            <a:ext cx="6314010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поиск</a:t>
            </a:r>
          </a:p>
        </p:txBody>
      </p:sp>
      <p:sp>
        <p:nvSpPr>
          <p:cNvPr id="6" name="Прямоугольник: скругленные углы 5">
            <a:hlinkClick r:id="rId3" action="ppaction://hlinksldjump"/>
            <a:extLst>
              <a:ext uri="{FF2B5EF4-FFF2-40B4-BE49-F238E27FC236}">
                <a16:creationId xmlns:a16="http://schemas.microsoft.com/office/drawing/2014/main" id="{200ACB49-0A22-3259-EF8F-81C52214B458}"/>
              </a:ext>
            </a:extLst>
          </p:cNvPr>
          <p:cNvSpPr/>
          <p:nvPr/>
        </p:nvSpPr>
        <p:spPr>
          <a:xfrm>
            <a:off x="271994" y="1739596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2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AFA9B4-CFA7-9151-BB37-486ECB638AC9}"/>
              </a:ext>
            </a:extLst>
          </p:cNvPr>
          <p:cNvSpPr/>
          <p:nvPr/>
        </p:nvSpPr>
        <p:spPr>
          <a:xfrm>
            <a:off x="271994" y="3499313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400" dirty="0" err="1">
                <a:solidFill>
                  <a:schemeClr val="bg1"/>
                </a:solidFill>
                <a:latin typeface="IBM Plex Sans" panose="020B0503050203000203" pitchFamily="34" charset="0"/>
              </a:rPr>
              <a:t>unibox</a:t>
            </a:r>
            <a:endParaRPr lang="ru-RU" sz="2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493E927B-F155-67E7-87DF-71FE77FC8E85}"/>
              </a:ext>
            </a:extLst>
          </p:cNvPr>
          <p:cNvSpPr/>
          <p:nvPr/>
        </p:nvSpPr>
        <p:spPr>
          <a:xfrm>
            <a:off x="271994" y="5259030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400" dirty="0" err="1">
                <a:solidFill>
                  <a:schemeClr val="bg1"/>
                </a:solidFill>
                <a:latin typeface="IBM Plex Sans" panose="020B0503050203000203" pitchFamily="34" charset="0"/>
              </a:rPr>
              <a:t>webra</a:t>
            </a:r>
            <a:endParaRPr lang="ru-RU" sz="2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517B1B5-F57D-286F-AC50-A80E062E5A10}"/>
              </a:ext>
            </a:extLst>
          </p:cNvPr>
          <p:cNvSpPr/>
          <p:nvPr/>
        </p:nvSpPr>
        <p:spPr>
          <a:xfrm>
            <a:off x="271994" y="7018747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400" dirty="0" err="1">
                <a:solidFill>
                  <a:schemeClr val="bg1"/>
                </a:solidFill>
                <a:latin typeface="IBM Plex Sans" panose="020B0503050203000203" pitchFamily="34" charset="0"/>
              </a:rPr>
              <a:t>scopico</a:t>
            </a:r>
            <a:r>
              <a:rPr lang="en-US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 store</a:t>
            </a:r>
            <a:endParaRPr lang="ru-RU" sz="2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86EAE0F-E5D5-F2CB-8205-94388C379B18}"/>
              </a:ext>
            </a:extLst>
          </p:cNvPr>
          <p:cNvSpPr/>
          <p:nvPr/>
        </p:nvSpPr>
        <p:spPr>
          <a:xfrm>
            <a:off x="271994" y="8778464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2400" dirty="0" err="1">
                <a:solidFill>
                  <a:schemeClr val="bg1"/>
                </a:solidFill>
                <a:latin typeface="IBM Plex Sans" panose="020B0503050203000203" pitchFamily="34" charset="0"/>
              </a:rPr>
              <a:t>qtemus</a:t>
            </a:r>
            <a:r>
              <a:rPr lang="en-US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 - android </a:t>
            </a:r>
            <a:r>
              <a:rPr lang="en-US" sz="2400" dirty="0" err="1">
                <a:solidFill>
                  <a:schemeClr val="bg1"/>
                </a:solidFill>
                <a:latin typeface="IBM Plex Sans" panose="020B0503050203000203" pitchFamily="34" charset="0"/>
              </a:rPr>
              <a:t>ios</a:t>
            </a:r>
            <a:r>
              <a:rPr lang="en-US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 apps</a:t>
            </a:r>
            <a:endParaRPr lang="ru-RU" sz="2400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6D95345-38EE-981B-E8DB-066CE64128E4}"/>
              </a:ext>
            </a:extLst>
          </p:cNvPr>
          <p:cNvSpPr/>
          <p:nvPr/>
        </p:nvSpPr>
        <p:spPr>
          <a:xfrm>
            <a:off x="271994" y="10538181"/>
            <a:ext cx="6314010" cy="8466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IBM Plex Sans" panose="020B0503050203000203" pitchFamily="34" charset="0"/>
              </a:rPr>
              <a:t>1 уведомление</a:t>
            </a:r>
          </a:p>
        </p:txBody>
      </p:sp>
    </p:spTree>
    <p:extLst>
      <p:ext uri="{BB962C8B-B14F-4D97-AF65-F5344CB8AC3E}">
        <p14:creationId xmlns:p14="http://schemas.microsoft.com/office/powerpoint/2010/main" val="2230153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>
        <p159:morph option="byObject"/>
      </p:transition>
    </mc:Choice>
    <mc:Fallback>
      <p:transition advClick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767069"/>
            <a:ext cx="849861" cy="849861"/>
          </a:xfrm>
          <a:prstGeom prst="star8">
            <a:avLst>
              <a:gd name="adj" fmla="val 200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5517560" y="0"/>
            <a:ext cx="1340432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2132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0A598B-B98C-F7CD-8AC8-5B8A3BAD9963}"/>
              </a:ext>
            </a:extLst>
          </p:cNvPr>
          <p:cNvSpPr/>
          <p:nvPr/>
        </p:nvSpPr>
        <p:spPr>
          <a:xfrm>
            <a:off x="1" y="420437"/>
            <a:ext cx="6858000" cy="11238164"/>
          </a:xfrm>
          <a:prstGeom prst="roundRect">
            <a:avLst>
              <a:gd name="adj" fmla="val 2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8CD437D-EF6E-40BE-A580-F04FF88C732D}"/>
              </a:ext>
            </a:extLst>
          </p:cNvPr>
          <p:cNvSpPr/>
          <p:nvPr/>
        </p:nvSpPr>
        <p:spPr>
          <a:xfrm>
            <a:off x="-8" y="420436"/>
            <a:ext cx="6858000" cy="11238164"/>
          </a:xfrm>
          <a:prstGeom prst="roundRect">
            <a:avLst>
              <a:gd name="adj" fmla="val 0"/>
            </a:avLst>
          </a:prstGeom>
          <a:solidFill>
            <a:srgbClr val="262626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3200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302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767069"/>
            <a:ext cx="849861" cy="849861"/>
          </a:xfrm>
          <a:prstGeom prst="star8">
            <a:avLst>
              <a:gd name="adj" fmla="val 200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5517560" y="0"/>
            <a:ext cx="1340432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2132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0A598B-B98C-F7CD-8AC8-5B8A3BAD9963}"/>
              </a:ext>
            </a:extLst>
          </p:cNvPr>
          <p:cNvSpPr/>
          <p:nvPr/>
        </p:nvSpPr>
        <p:spPr>
          <a:xfrm>
            <a:off x="1" y="420437"/>
            <a:ext cx="6858000" cy="11238164"/>
          </a:xfrm>
          <a:prstGeom prst="roundRect">
            <a:avLst>
              <a:gd name="adj" fmla="val 2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18BD8CC-387F-C1A9-C326-2E1ACF54B52B}"/>
              </a:ext>
            </a:extLst>
          </p:cNvPr>
          <p:cNvSpPr/>
          <p:nvPr/>
        </p:nvSpPr>
        <p:spPr>
          <a:xfrm>
            <a:off x="1772182" y="694254"/>
            <a:ext cx="4813822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поиск</a:t>
            </a:r>
          </a:p>
        </p:txBody>
      </p:sp>
      <p:sp>
        <p:nvSpPr>
          <p:cNvPr id="6" name="Прямоугольник: скругленные углы 5">
            <a:hlinkClick r:id="rId3" action="ppaction://hlinksldjump"/>
            <a:extLst>
              <a:ext uri="{FF2B5EF4-FFF2-40B4-BE49-F238E27FC236}">
                <a16:creationId xmlns:a16="http://schemas.microsoft.com/office/drawing/2014/main" id="{A964F8E0-BF0F-6274-5CCD-45DA3FA403B7}"/>
              </a:ext>
            </a:extLst>
          </p:cNvPr>
          <p:cNvSpPr/>
          <p:nvPr/>
        </p:nvSpPr>
        <p:spPr>
          <a:xfrm>
            <a:off x="271994" y="1739596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ГАЧАТИК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0 уведомлений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922E871-F20D-7E8D-1EBF-86F46DB0B6D7}"/>
              </a:ext>
            </a:extLst>
          </p:cNvPr>
          <p:cNvSpPr/>
          <p:nvPr/>
        </p:nvSpPr>
        <p:spPr>
          <a:xfrm>
            <a:off x="271994" y="3499313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мама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FC0DBF2-84BA-1957-D87B-73D4140BFE08}"/>
              </a:ext>
            </a:extLst>
          </p:cNvPr>
          <p:cNvSpPr/>
          <p:nvPr/>
        </p:nvSpPr>
        <p:spPr>
          <a:xfrm>
            <a:off x="271994" y="5259030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ангелина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12 уведомлений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004F6CE-1429-6A8A-92DF-066EAD492A36}"/>
              </a:ext>
            </a:extLst>
          </p:cNvPr>
          <p:cNvSpPr/>
          <p:nvPr/>
        </p:nvSpPr>
        <p:spPr>
          <a:xfrm>
            <a:off x="271994" y="7018747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виннер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7713192-55D6-32C2-95BB-B9987ABAF916}"/>
              </a:ext>
            </a:extLst>
          </p:cNvPr>
          <p:cNvSpPr/>
          <p:nvPr/>
        </p:nvSpPr>
        <p:spPr>
          <a:xfrm>
            <a:off x="271994" y="8778464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милана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32 уведомления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A443DA2-B069-4C92-D6DB-D61156AF63B2}"/>
              </a:ext>
            </a:extLst>
          </p:cNvPr>
          <p:cNvSpPr/>
          <p:nvPr/>
        </p:nvSpPr>
        <p:spPr>
          <a:xfrm>
            <a:off x="271994" y="10538181"/>
            <a:ext cx="6314010" cy="8466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latin typeface="IBM Plex Sans" panose="020B0503050203000203" pitchFamily="34" charset="0"/>
              </a:rPr>
              <a:t>создать чат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F01A456-E03F-9666-0D5F-78CFD9F9F5EC}"/>
              </a:ext>
            </a:extLst>
          </p:cNvPr>
          <p:cNvSpPr/>
          <p:nvPr/>
        </p:nvSpPr>
        <p:spPr>
          <a:xfrm>
            <a:off x="271994" y="694253"/>
            <a:ext cx="1228194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меню</a:t>
            </a:r>
          </a:p>
        </p:txBody>
      </p:sp>
    </p:spTree>
    <p:extLst>
      <p:ext uri="{BB962C8B-B14F-4D97-AF65-F5344CB8AC3E}">
        <p14:creationId xmlns:p14="http://schemas.microsoft.com/office/powerpoint/2010/main" val="2494429641"/>
      </p:ext>
    </p:extLst>
  </p:cSld>
  <p:clrMapOvr>
    <a:masterClrMapping/>
  </p:clrMapOvr>
  <p:transition advClick="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0A598B-B98C-F7CD-8AC8-5B8A3BAD9963}"/>
              </a:ext>
            </a:extLst>
          </p:cNvPr>
          <p:cNvSpPr/>
          <p:nvPr/>
        </p:nvSpPr>
        <p:spPr>
          <a:xfrm>
            <a:off x="1" y="420437"/>
            <a:ext cx="6858000" cy="11238164"/>
          </a:xfrm>
          <a:prstGeom prst="roundRect">
            <a:avLst>
              <a:gd name="adj" fmla="val 2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767069"/>
            <a:ext cx="849861" cy="849861"/>
          </a:xfrm>
          <a:prstGeom prst="star8">
            <a:avLst>
              <a:gd name="adj" fmla="val 200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5517560" y="0"/>
            <a:ext cx="1340432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2132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18BD8CC-387F-C1A9-C326-2E1ACF54B52B}"/>
              </a:ext>
            </a:extLst>
          </p:cNvPr>
          <p:cNvSpPr/>
          <p:nvPr/>
        </p:nvSpPr>
        <p:spPr>
          <a:xfrm>
            <a:off x="1843618" y="694254"/>
            <a:ext cx="4742385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ГАЧАТИК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964F8E0-BF0F-6274-5CCD-45DA3FA403B7}"/>
              </a:ext>
            </a:extLst>
          </p:cNvPr>
          <p:cNvSpPr/>
          <p:nvPr/>
        </p:nvSpPr>
        <p:spPr>
          <a:xfrm>
            <a:off x="271994" y="1739596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ГАЧАТИК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0 уведомлений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922E871-F20D-7E8D-1EBF-86F46DB0B6D7}"/>
              </a:ext>
            </a:extLst>
          </p:cNvPr>
          <p:cNvSpPr/>
          <p:nvPr/>
        </p:nvSpPr>
        <p:spPr>
          <a:xfrm>
            <a:off x="271994" y="3499313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мама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FC0DBF2-84BA-1957-D87B-73D4140BFE08}"/>
              </a:ext>
            </a:extLst>
          </p:cNvPr>
          <p:cNvSpPr/>
          <p:nvPr/>
        </p:nvSpPr>
        <p:spPr>
          <a:xfrm>
            <a:off x="271994" y="5259030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ангелина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12 уведомлений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004F6CE-1429-6A8A-92DF-066EAD492A36}"/>
              </a:ext>
            </a:extLst>
          </p:cNvPr>
          <p:cNvSpPr/>
          <p:nvPr/>
        </p:nvSpPr>
        <p:spPr>
          <a:xfrm>
            <a:off x="271994" y="7018747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виннер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1 уведомление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27713192-55D6-32C2-95BB-B9987ABAF916}"/>
              </a:ext>
            </a:extLst>
          </p:cNvPr>
          <p:cNvSpPr/>
          <p:nvPr/>
        </p:nvSpPr>
        <p:spPr>
          <a:xfrm>
            <a:off x="271994" y="8778464"/>
            <a:ext cx="6314010" cy="1485900"/>
          </a:xfrm>
          <a:prstGeom prst="roundRect">
            <a:avLst>
              <a:gd name="adj" fmla="val 897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ru-RU" sz="2400" b="1" dirty="0">
                <a:solidFill>
                  <a:schemeClr val="bg1"/>
                </a:solidFill>
                <a:latin typeface="IBM Plex Sans" panose="020B0503050203000203" pitchFamily="34" charset="0"/>
              </a:rPr>
              <a:t>милана</a:t>
            </a:r>
          </a:p>
          <a:p>
            <a:r>
              <a:rPr lang="ru-RU" sz="2400" dirty="0">
                <a:solidFill>
                  <a:schemeClr val="bg1"/>
                </a:solidFill>
                <a:latin typeface="IBM Plex Sans" panose="020B0503050203000203" pitchFamily="34" charset="0"/>
              </a:rPr>
              <a:t>32 уведомления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7F01A456-E03F-9666-0D5F-78CFD9F9F5EC}"/>
              </a:ext>
            </a:extLst>
          </p:cNvPr>
          <p:cNvSpPr/>
          <p:nvPr/>
        </p:nvSpPr>
        <p:spPr>
          <a:xfrm>
            <a:off x="271994" y="694253"/>
            <a:ext cx="1299631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4440154-579E-0A6D-E991-69A572BF3F08}"/>
              </a:ext>
            </a:extLst>
          </p:cNvPr>
          <p:cNvSpPr/>
          <p:nvPr/>
        </p:nvSpPr>
        <p:spPr>
          <a:xfrm>
            <a:off x="271994" y="10538181"/>
            <a:ext cx="6314010" cy="8466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2800" b="1" dirty="0">
                <a:latin typeface="IBM Plex Sans" panose="020B0503050203000203" pitchFamily="34" charset="0"/>
              </a:rPr>
              <a:t>введите сообщение</a:t>
            </a:r>
          </a:p>
        </p:txBody>
      </p:sp>
      <p:sp>
        <p:nvSpPr>
          <p:cNvPr id="16" name="Прямоугольник: скругленные углы 15">
            <a:hlinkClick r:id="rId4" action="ppaction://hlinksldjump"/>
            <a:extLst>
              <a:ext uri="{FF2B5EF4-FFF2-40B4-BE49-F238E27FC236}">
                <a16:creationId xmlns:a16="http://schemas.microsoft.com/office/drawing/2014/main" id="{50C82689-A4F3-E7FA-18CE-AD892CC5E84E}"/>
              </a:ext>
            </a:extLst>
          </p:cNvPr>
          <p:cNvSpPr/>
          <p:nvPr/>
        </p:nvSpPr>
        <p:spPr>
          <a:xfrm>
            <a:off x="271994" y="10538182"/>
            <a:ext cx="2485494" cy="846599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прикрепить</a:t>
            </a:r>
          </a:p>
        </p:txBody>
      </p:sp>
    </p:spTree>
    <p:extLst>
      <p:ext uri="{BB962C8B-B14F-4D97-AF65-F5344CB8AC3E}">
        <p14:creationId xmlns:p14="http://schemas.microsoft.com/office/powerpoint/2010/main" val="1931667935"/>
      </p:ext>
    </p:extLst>
  </p:cSld>
  <p:clrMapOvr>
    <a:masterClrMapping/>
  </p:clrMapOvr>
  <p:transition advClick="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/>
            </a:gs>
            <a:gs pos="100000">
              <a:srgbClr val="00B0F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везда: 8 точек 6">
            <a:hlinkClick r:id="rId2" action="ppaction://hlinksldjump"/>
            <a:extLst>
              <a:ext uri="{FF2B5EF4-FFF2-40B4-BE49-F238E27FC236}">
                <a16:creationId xmlns:a16="http://schemas.microsoft.com/office/drawing/2014/main" id="{46A26677-5455-0AA4-7CFA-E082C506BA1F}"/>
              </a:ext>
            </a:extLst>
          </p:cNvPr>
          <p:cNvSpPr/>
          <p:nvPr/>
        </p:nvSpPr>
        <p:spPr>
          <a:xfrm>
            <a:off x="3004069" y="11767069"/>
            <a:ext cx="849861" cy="849861"/>
          </a:xfrm>
          <a:prstGeom prst="star8">
            <a:avLst>
              <a:gd name="adj" fmla="val 2009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198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4C5C42-D6E4-1F70-D729-709366DBF99C}"/>
              </a:ext>
            </a:extLst>
          </p:cNvPr>
          <p:cNvSpPr txBox="1"/>
          <p:nvPr/>
        </p:nvSpPr>
        <p:spPr>
          <a:xfrm>
            <a:off x="0" y="0"/>
            <a:ext cx="928459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17:37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988981-5D3C-75E8-D4F3-84E87BC1148A}"/>
              </a:ext>
            </a:extLst>
          </p:cNvPr>
          <p:cNvSpPr txBox="1"/>
          <p:nvPr/>
        </p:nvSpPr>
        <p:spPr>
          <a:xfrm>
            <a:off x="5517560" y="0"/>
            <a:ext cx="1340432" cy="42043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sz="2132" b="1" dirty="0">
                <a:solidFill>
                  <a:schemeClr val="bg1"/>
                </a:solidFill>
                <a:latin typeface="IBM Plex Sans" panose="020B0503050203000203" pitchFamily="34" charset="0"/>
              </a:rPr>
              <a:t>telegram</a:t>
            </a:r>
            <a:endParaRPr lang="ru-RU" sz="2132" b="1" dirty="0">
              <a:solidFill>
                <a:schemeClr val="bg1"/>
              </a:solidFill>
              <a:latin typeface="IBM Plex Sans" panose="020B0503050203000203" pitchFamily="34" charset="0"/>
            </a:endParaRP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0A598B-B98C-F7CD-8AC8-5B8A3BAD9963}"/>
              </a:ext>
            </a:extLst>
          </p:cNvPr>
          <p:cNvSpPr/>
          <p:nvPr/>
        </p:nvSpPr>
        <p:spPr>
          <a:xfrm>
            <a:off x="1" y="420437"/>
            <a:ext cx="6858000" cy="11238164"/>
          </a:xfrm>
          <a:prstGeom prst="roundRect">
            <a:avLst>
              <a:gd name="adj" fmla="val 2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18BD8CC-387F-C1A9-C326-2E1ACF54B52B}"/>
              </a:ext>
            </a:extLst>
          </p:cNvPr>
          <p:cNvSpPr/>
          <p:nvPr/>
        </p:nvSpPr>
        <p:spPr>
          <a:xfrm>
            <a:off x="1843618" y="694254"/>
            <a:ext cx="4742385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ГАЧАТИК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7F01A456-E03F-9666-0D5F-78CFD9F9F5EC}"/>
              </a:ext>
            </a:extLst>
          </p:cNvPr>
          <p:cNvSpPr/>
          <p:nvPr/>
        </p:nvSpPr>
        <p:spPr>
          <a:xfrm>
            <a:off x="271994" y="694253"/>
            <a:ext cx="1299631" cy="771525"/>
          </a:xfrm>
          <a:prstGeom prst="roundRect">
            <a:avLst>
              <a:gd name="adj" fmla="val 20371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517483DE-BB44-B9C3-4BE7-DB468AF72F07}"/>
              </a:ext>
            </a:extLst>
          </p:cNvPr>
          <p:cNvSpPr/>
          <p:nvPr/>
        </p:nvSpPr>
        <p:spPr>
          <a:xfrm>
            <a:off x="271994" y="10538181"/>
            <a:ext cx="6314010" cy="846600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b="1" dirty="0">
                <a:latin typeface="IBM Plex Sans" panose="020B0503050203000203" pitchFamily="34" charset="0"/>
              </a:rPr>
              <a:t>отмена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A8FCE88-8B6B-4BF8-B34B-600125AF53F0}"/>
              </a:ext>
            </a:extLst>
          </p:cNvPr>
          <p:cNvSpPr/>
          <p:nvPr/>
        </p:nvSpPr>
        <p:spPr>
          <a:xfrm>
            <a:off x="1843618" y="10538182"/>
            <a:ext cx="4742384" cy="846599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latin typeface="IBM Plex Sans" panose="020B0503050203000203" pitchFamily="34" charset="0"/>
              </a:rPr>
              <a:t>записать аудио</a:t>
            </a:r>
          </a:p>
        </p:txBody>
      </p:sp>
    </p:spTree>
    <p:extLst>
      <p:ext uri="{BB962C8B-B14F-4D97-AF65-F5344CB8AC3E}">
        <p14:creationId xmlns:p14="http://schemas.microsoft.com/office/powerpoint/2010/main" val="890678687"/>
      </p:ext>
    </p:extLst>
  </p:cSld>
  <p:clrMapOvr>
    <a:masterClrMapping/>
  </p:clrMapOvr>
  <p:transition advClick="0">
    <p:fade/>
  </p:transition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</TotalTime>
  <Words>299</Words>
  <Application>Microsoft Office PowerPoint</Application>
  <PresentationFormat>Широкоэкранный</PresentationFormat>
  <Paragraphs>151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Calibri</vt:lpstr>
      <vt:lpstr>Arial</vt:lpstr>
      <vt:lpstr>Calibri Light</vt:lpstr>
      <vt:lpstr>IBM Plex Sans</vt:lpstr>
      <vt:lpstr>Office Theme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Ярослав</dc:creator>
  <cp:lastModifiedBy>Ярослав</cp:lastModifiedBy>
  <cp:revision>6</cp:revision>
  <dcterms:created xsi:type="dcterms:W3CDTF">2023-03-28T06:17:27Z</dcterms:created>
  <dcterms:modified xsi:type="dcterms:W3CDTF">2023-03-28T15:02:28Z</dcterms:modified>
</cp:coreProperties>
</file>