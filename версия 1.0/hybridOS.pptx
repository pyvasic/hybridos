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938" autoAdjust="0"/>
  </p:normalViewPr>
  <p:slideViewPr>
    <p:cSldViewPr snapToGrid="0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202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179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83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857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610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53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729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56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6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229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00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B049C-32E5-6E7D-D527-7F6D384D0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CCA45C-CE7F-5F7E-C70D-45403E89E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32D76B-0F74-5A1C-2FD7-20FE5C60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612390-C582-0DAE-C62A-511FC9BF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D559EF-FF03-A885-925D-1C1BBE15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622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0D116-4BB1-38D9-1E1C-5F404F17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21E3C2-32A7-EC15-FAAD-6A43490C7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D2CB9B-47F1-A2BB-050B-2D2042B0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E4C4FB-EB1B-8A12-BB8C-9E5E1741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3E229-67EE-0163-C7E2-360FBD43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00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86E52-0C48-00C3-12C4-0FD675E4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0A096A-BD54-9593-09AC-0C2B38561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3310C2-1281-FD54-53B9-A53A923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5A8699-5F84-5765-D882-9C7AB196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4A6B95-F2A5-2D8C-2561-6045BE79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12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E0C0C-2E71-06D0-BB30-CD31770D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0E8A1B-8972-FFD7-249B-1B78AB6D2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49BCDF-77CA-F391-0524-B968B7801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ECB09D-8182-BEB7-89A2-850A0DF1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A0D2D9-7AE3-AD10-9106-4B421D11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CCCCE8-F2C3-6150-EBC4-8B1A27F4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362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D6CC2-50FE-2308-379C-9FDEC1D7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51144A-D5B4-CF73-45A2-C8F9C77B6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E4DD62-4C64-2B01-2699-089A5597F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7F9A57-883F-7245-0D0F-85D060F6A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38855E-62E2-0F14-051D-F57CB98E4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32C68A-DB84-6EDD-EABF-423E1AF2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3B0796-56CE-064A-EFB8-8759AEE3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400890-9AA8-38EB-49E0-D7AE8C7D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69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6BA37-A30C-F133-9231-C0BAA099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219A1D-3E30-6C52-0744-BF5BFF04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B1A8EB-1BEC-068E-5ADE-E87919E0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CC0860-38AA-00A0-50B5-4BCF1835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2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0D4C83-652E-A296-3613-8DBB8ADA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6179C2-77FC-21B1-F29B-37610A28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2DFF04-1635-7294-6E48-7FC654A3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570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48F2A-E12E-DC7A-0998-A48ED6F3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6851BC-49EE-2AEE-D94C-CEE2292B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6121DE-B5D0-8070-104B-7860FF796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E2A35A-B2EA-AD89-2516-D38681E7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EF37F8-0D45-96C3-B2C7-D4325A15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587580-BA09-98D6-E7DD-55B0ED16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4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AA534-21F2-5699-8D78-6FE73C9F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A3F819-E95C-E78F-951B-97C253A7E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995397-BF62-2B98-E19A-6D4897C79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16E23B-80E4-EB94-2D91-BB094808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3FD9D8-A4A9-3C9D-ED09-90D5E8A3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7A69D6-5292-2669-B444-702C3499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169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55275-0BB7-E24E-ED5D-ABAF9563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6745F8-6298-B2C3-86C9-7A4E7E01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FF73F-F6EB-34E7-AB32-80A34DA1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C5F80-5A6F-E21A-F3ED-4B7809AF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F04730-0E05-AF2F-84A7-E1915655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30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F72DFB-84EE-87F5-F676-F76C564FF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A32271-DFB7-1CC2-3E2F-314930D3A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B6C1A4-4826-E515-5FC5-3D68DDC7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AEDA42-CDEB-BFFA-B7A2-258E8CC2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6DFE-FB65-C332-8CE4-82E978BF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9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728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D441D-A0D7-5400-7D50-04C2BF2B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D72F45-CA66-DD64-314F-8B4543B9B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8F71D-1F1C-0508-9571-E55EDF8B4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AE533-770B-4EF1-C091-1EF8A8FC6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6185BE-AC67-3F65-F08B-8FF210D28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8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17821" y="3075057"/>
            <a:ext cx="2156360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 dirty="0">
                <a:latin typeface="IBM Plex Sans" panose="020B0503050203000203" pitchFamily="34" charset="0"/>
              </a:rPr>
              <a:t>HYBRID</a:t>
            </a:r>
            <a:endParaRPr lang="ru-RU" sz="4000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3253-E198-A4C5-6AF7-71C97EC82BCE}"/>
              </a:ext>
            </a:extLst>
          </p:cNvPr>
          <p:cNvSpPr txBox="1"/>
          <p:nvPr/>
        </p:nvSpPr>
        <p:spPr>
          <a:xfrm>
            <a:off x="5610129" y="3782943"/>
            <a:ext cx="971741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400" dirty="0">
                <a:latin typeface="IBM Plex Sans" panose="020B0503050203000203" pitchFamily="34" charset="0"/>
              </a:rPr>
              <a:t>by winner</a:t>
            </a:r>
            <a:endParaRPr lang="ru-RU" sz="14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272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93351" y="3275111"/>
            <a:ext cx="180530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добро пожаловать!</a:t>
            </a:r>
          </a:p>
        </p:txBody>
      </p:sp>
    </p:spTree>
    <p:extLst>
      <p:ext uri="{BB962C8B-B14F-4D97-AF65-F5344CB8AC3E}">
        <p14:creationId xmlns:p14="http://schemas.microsoft.com/office/powerpoint/2010/main" val="2678140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64875" y="3275111"/>
            <a:ext cx="146226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выберите язык</a:t>
            </a:r>
          </a:p>
        </p:txBody>
      </p:sp>
    </p:spTree>
    <p:extLst>
      <p:ext uri="{BB962C8B-B14F-4D97-AF65-F5344CB8AC3E}">
        <p14:creationId xmlns:p14="http://schemas.microsoft.com/office/powerpoint/2010/main" val="3722791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64875" y="1462214"/>
            <a:ext cx="146226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5405754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5543605" y="2944790"/>
            <a:ext cx="110479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b="1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hlinkClick r:id="rId3" action="ppaction://hlinksldjump"/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5626656" y="3473142"/>
            <a:ext cx="92845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latin typeface="IBM Plex Sans" panose="020B0503050203000203" pitchFamily="34" charset="0"/>
              </a:rPr>
              <a:t>english</a:t>
            </a:r>
            <a:endParaRPr lang="ru-RU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284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64875" y="1462214"/>
            <a:ext cx="146226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5405754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5543605" y="2944790"/>
            <a:ext cx="110479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5605817" y="3473142"/>
            <a:ext cx="97013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latin typeface="IBM Plex Sans" panose="020B0503050203000203" pitchFamily="34" charset="0"/>
              </a:rPr>
              <a:t>english</a:t>
            </a:r>
            <a:endParaRPr lang="ru-RU" b="1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79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64875" y="1462214"/>
            <a:ext cx="146226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5405754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5543605" y="2944790"/>
            <a:ext cx="110479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5605817" y="3473142"/>
            <a:ext cx="97013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latin typeface="IBM Plex Sans" panose="020B0503050203000203" pitchFamily="34" charset="0"/>
              </a:rPr>
              <a:t>english</a:t>
            </a:r>
            <a:endParaRPr lang="ru-RU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22F12-C929-E88F-0614-34539FA02F53}"/>
              </a:ext>
            </a:extLst>
          </p:cNvPr>
          <p:cNvSpPr txBox="1"/>
          <p:nvPr/>
        </p:nvSpPr>
        <p:spPr>
          <a:xfrm>
            <a:off x="4838790" y="5554806"/>
            <a:ext cx="250421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b="1" dirty="0">
                <a:solidFill>
                  <a:schemeClr val="accent4"/>
                </a:solidFill>
                <a:latin typeface="IBM Plex Sans" panose="020B0503050203000203" pitchFamily="34" charset="0"/>
              </a:rPr>
              <a:t>данный язык недоступен!</a:t>
            </a:r>
          </a:p>
        </p:txBody>
      </p:sp>
    </p:spTree>
    <p:extLst>
      <p:ext uri="{BB962C8B-B14F-4D97-AF65-F5344CB8AC3E}">
        <p14:creationId xmlns:p14="http://schemas.microsoft.com/office/powerpoint/2010/main" val="242175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96939" y="1462214"/>
            <a:ext cx="13981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как вас зовут?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6179917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4631590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введите своё настоящее имя</a:t>
            </a:r>
          </a:p>
        </p:txBody>
      </p:sp>
    </p:spTree>
    <p:extLst>
      <p:ext uri="{BB962C8B-B14F-4D97-AF65-F5344CB8AC3E}">
        <p14:creationId xmlns:p14="http://schemas.microsoft.com/office/powerpoint/2010/main" val="2552835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396939" y="1462214"/>
            <a:ext cx="13981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как вас зовут?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6179917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4631590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3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53010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4068860" y="1462214"/>
            <a:ext cx="405431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6179917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4631590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4631589" y="2746352"/>
            <a:ext cx="2928819" cy="378513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STD_SAMSUNG</a:t>
            </a:r>
            <a:endParaRPr lang="ru-RU" sz="1400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hlinkClick r:id="rId4" action="ppaction://hlinksldjump"/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 Winner LinkShare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hlinkClick r:id="rId5" action="ppaction://hlinksldjump"/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662398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 Google </a:t>
            </a:r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</a:p>
        </p:txBody>
      </p:sp>
    </p:spTree>
    <p:extLst>
      <p:ext uri="{BB962C8B-B14F-4D97-AF65-F5344CB8AC3E}">
        <p14:creationId xmlns:p14="http://schemas.microsoft.com/office/powerpoint/2010/main" val="185116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4068860" y="1462214"/>
            <a:ext cx="405431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6179917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4631590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4631589" y="2746352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STD_SAMSUNG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 Winner LinkShare</a:t>
            </a:r>
            <a:endParaRPr lang="ru-RU" sz="1400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hlinkClick r:id="rId5" action="ppaction://hlinksldjump"/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662398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 Google </a:t>
            </a:r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</a:p>
        </p:txBody>
      </p:sp>
    </p:spTree>
    <p:extLst>
      <p:ext uri="{BB962C8B-B14F-4D97-AF65-F5344CB8AC3E}">
        <p14:creationId xmlns:p14="http://schemas.microsoft.com/office/powerpoint/2010/main" val="4015424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4068860" y="1462214"/>
            <a:ext cx="405431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6179917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4631590" y="5017273"/>
            <a:ext cx="1380492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4631589" y="2746352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STD_SAMSUNG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hlinkClick r:id="rId5" action="ppaction://hlinksldjump"/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 Winner LinkShare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662398"/>
            <a:ext cx="2928819" cy="378513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  <a:r>
              <a:rPr lang="en-US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 Google </a:t>
            </a:r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</a:p>
        </p:txBody>
      </p:sp>
    </p:spTree>
    <p:extLst>
      <p:ext uri="{BB962C8B-B14F-4D97-AF65-F5344CB8AC3E}">
        <p14:creationId xmlns:p14="http://schemas.microsoft.com/office/powerpoint/2010/main" val="86848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  <a:latin typeface="IBM Plex Sans" panose="020B0503050203000203" pitchFamily="34" charset="0"/>
              </a:rPr>
              <a:t>установка 4%</a:t>
            </a:r>
          </a:p>
        </p:txBody>
      </p:sp>
    </p:spTree>
    <p:extLst>
      <p:ext uri="{BB962C8B-B14F-4D97-AF65-F5344CB8AC3E}">
        <p14:creationId xmlns:p14="http://schemas.microsoft.com/office/powerpoint/2010/main" val="225973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4000">
        <p159:morph option="byObject"/>
      </p:transition>
    </mc:Choice>
    <mc:Fallback xmlns="">
      <p:transition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  <a:latin typeface="IBM Plex Sans" panose="020B0503050203000203" pitchFamily="34" charset="0"/>
              </a:rPr>
              <a:t>установка 20%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FAAF1FE-30E0-2F4C-41B8-5979643E9031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334803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59%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899EE32-723B-3561-A898-6027463DF754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252826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6000">
        <p:fade/>
      </p:transition>
    </mc:Choice>
    <mc:Fallback xmlns="">
      <p:transition spd="med" advClick="0" advTm="6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60%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C637512-CC1F-1F86-AA81-D2A24D257B40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392445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75%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9411C8B-4156-A508-2327-062563D1CE1F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41099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>
              <a:alpha val="9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96%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D9320A3-C1AE-603C-6050-566040538302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4536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100%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83460DC-1315-D6C6-65B4-CBBBB07A865D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260853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18030" y="1462214"/>
            <a:ext cx="195598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4631589" y="3204375"/>
            <a:ext cx="2928819" cy="378513"/>
          </a:xfrm>
          <a:prstGeom prst="roundRect">
            <a:avLst>
              <a:gd name="adj" fmla="val 1876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осталось ещё чуть-чуть…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83460DC-1315-D6C6-65B4-CBBBB07A865D}"/>
              </a:ext>
            </a:extLst>
          </p:cNvPr>
          <p:cNvSpPr/>
          <p:nvPr/>
        </p:nvSpPr>
        <p:spPr>
          <a:xfrm>
            <a:off x="4631590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1571734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6000">
        <p159:morph option="byObject"/>
      </p:transition>
    </mc:Choice>
    <mc:Fallback xmlns="">
      <p:transition advClick="0" advTm="6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3AA5AB2F-D850-2233-C42E-7EAA24DF3D43}"/>
              </a:ext>
            </a:extLst>
          </p:cNvPr>
          <p:cNvSpPr/>
          <p:nvPr/>
        </p:nvSpPr>
        <p:spPr>
          <a:xfrm>
            <a:off x="4631589" y="5017273"/>
            <a:ext cx="2928820" cy="378513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завершить установку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530807" y="2721780"/>
            <a:ext cx="1130439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всё готово!</a:t>
            </a:r>
          </a:p>
        </p:txBody>
      </p:sp>
    </p:spTree>
    <p:extLst>
      <p:ext uri="{BB962C8B-B14F-4D97-AF65-F5344CB8AC3E}">
        <p14:creationId xmlns:p14="http://schemas.microsoft.com/office/powerpoint/2010/main" val="395437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17821" y="3075057"/>
            <a:ext cx="2156360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 dirty="0">
                <a:latin typeface="IBM Plex Sans" panose="020B0503050203000203" pitchFamily="34" charset="0"/>
              </a:rPr>
              <a:t>HYBRID</a:t>
            </a:r>
            <a:endParaRPr lang="ru-RU" sz="4000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3253-E198-A4C5-6AF7-71C97EC82BCE}"/>
              </a:ext>
            </a:extLst>
          </p:cNvPr>
          <p:cNvSpPr txBox="1"/>
          <p:nvPr/>
        </p:nvSpPr>
        <p:spPr>
          <a:xfrm>
            <a:off x="5610129" y="3782943"/>
            <a:ext cx="971741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400" dirty="0">
                <a:latin typeface="IBM Plex Sans" panose="020B0503050203000203" pitchFamily="34" charset="0"/>
              </a:rPr>
              <a:t>by winner</a:t>
            </a:r>
            <a:endParaRPr lang="ru-RU" sz="14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72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93351" y="3275111"/>
            <a:ext cx="180530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добро пожаловать!</a:t>
            </a:r>
          </a:p>
        </p:txBody>
      </p:sp>
    </p:spTree>
    <p:extLst>
      <p:ext uri="{BB962C8B-B14F-4D97-AF65-F5344CB8AC3E}">
        <p14:creationId xmlns:p14="http://schemas.microsoft.com/office/powerpoint/2010/main" val="3195090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236637" y="1602221"/>
            <a:ext cx="17187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выберите аккаунт</a:t>
            </a:r>
          </a:p>
        </p:txBody>
      </p:sp>
      <p:sp>
        <p:nvSpPr>
          <p:cNvPr id="3" name="Овал 2">
            <a:hlinkClick r:id="rId2" action="ppaction://hlinksldjump"/>
            <a:extLst>
              <a:ext uri="{FF2B5EF4-FFF2-40B4-BE49-F238E27FC236}">
                <a16:creationId xmlns:a16="http://schemas.microsoft.com/office/drawing/2014/main" id="{3D3CE5E2-8265-5F02-0F09-2672868379ED}"/>
              </a:ext>
            </a:extLst>
          </p:cNvPr>
          <p:cNvSpPr/>
          <p:nvPr/>
        </p:nvSpPr>
        <p:spPr>
          <a:xfrm>
            <a:off x="5638800" y="2778156"/>
            <a:ext cx="914400" cy="9144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latin typeface="IBM Plex Sans" panose="020B0503050203000203" pitchFamily="34" charset="0"/>
              </a:rPr>
              <a:t>Я</a:t>
            </a: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DAB93D82-204E-A436-201C-6DD9FD081732}"/>
              </a:ext>
            </a:extLst>
          </p:cNvPr>
          <p:cNvSpPr txBox="1"/>
          <p:nvPr/>
        </p:nvSpPr>
        <p:spPr>
          <a:xfrm>
            <a:off x="5236637" y="3772066"/>
            <a:ext cx="171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771294950"/>
      </p:ext>
    </p:extLst>
  </p:cSld>
  <p:clrMapOvr>
    <a:masterClrMapping/>
  </p:clrMapOvr>
  <p:transition advClick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534789" y="333954"/>
            <a:ext cx="112242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latin typeface="IBM Plex Sans" panose="020B0503050203000203" pitchFamily="34" charset="0"/>
              </a:rPr>
              <a:t>HYBRID</a:t>
            </a:r>
            <a:endParaRPr lang="ru-RU" sz="2000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5193360" y="1602221"/>
            <a:ext cx="180530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добро пожаловать!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D3CE5E2-8265-5F02-0F09-2672868379ED}"/>
              </a:ext>
            </a:extLst>
          </p:cNvPr>
          <p:cNvSpPr/>
          <p:nvPr/>
        </p:nvSpPr>
        <p:spPr>
          <a:xfrm>
            <a:off x="5638800" y="2778156"/>
            <a:ext cx="914400" cy="9144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latin typeface="IBM Plex Sans" panose="020B0503050203000203" pitchFamily="34" charset="0"/>
              </a:rPr>
              <a:t>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93D82-204E-A436-201C-6DD9FD081732}"/>
              </a:ext>
            </a:extLst>
          </p:cNvPr>
          <p:cNvSpPr txBox="1"/>
          <p:nvPr/>
        </p:nvSpPr>
        <p:spPr>
          <a:xfrm>
            <a:off x="4543859" y="3772066"/>
            <a:ext cx="3104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IBM Plex Sans" panose="020B0503050203000203" pitchFamily="34" charset="0"/>
              </a:rPr>
              <a:t>выполняется вход в аккаунт…</a:t>
            </a:r>
          </a:p>
        </p:txBody>
      </p:sp>
    </p:spTree>
    <p:extLst>
      <p:ext uri="{BB962C8B-B14F-4D97-AF65-F5344CB8AC3E}">
        <p14:creationId xmlns:p14="http://schemas.microsoft.com/office/powerpoint/2010/main" val="2809608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8878" y="187498"/>
            <a:ext cx="143500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все приложения</a:t>
            </a:r>
          </a:p>
        </p:txBody>
      </p:sp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38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3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2065878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8878" y="187498"/>
            <a:ext cx="82586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закрыть</a:t>
            </a:r>
          </a:p>
        </p:txBody>
      </p:sp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162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3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0F27AAA-0FB6-3BD3-A881-2BCD0B1D6E81}"/>
              </a:ext>
            </a:extLst>
          </p:cNvPr>
          <p:cNvSpPr/>
          <p:nvPr/>
        </p:nvSpPr>
        <p:spPr>
          <a:xfrm>
            <a:off x="159020" y="659946"/>
            <a:ext cx="5231964" cy="3260035"/>
          </a:xfrm>
          <a:prstGeom prst="roundRect">
            <a:avLst>
              <a:gd name="adj" fmla="val 3008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49948BE-500E-961C-B683-0B55797C5A3A}"/>
              </a:ext>
            </a:extLst>
          </p:cNvPr>
          <p:cNvSpPr/>
          <p:nvPr/>
        </p:nvSpPr>
        <p:spPr>
          <a:xfrm>
            <a:off x="238538" y="747423"/>
            <a:ext cx="5064981" cy="365760"/>
          </a:xfrm>
          <a:prstGeom prst="roundRect">
            <a:avLst>
              <a:gd name="adj" fmla="val 1304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поиск приложений</a:t>
            </a:r>
          </a:p>
        </p:txBody>
      </p:sp>
      <p:sp>
        <p:nvSpPr>
          <p:cNvPr id="5" name="Прямоугольник: скругленные углы 4">
            <a:hlinkClick r:id="rId4" action="ppaction://hlinksldjump"/>
            <a:extLst>
              <a:ext uri="{FF2B5EF4-FFF2-40B4-BE49-F238E27FC236}">
                <a16:creationId xmlns:a16="http://schemas.microsoft.com/office/drawing/2014/main" id="{1C1F529D-D632-D8FB-14E5-26298772A32A}"/>
              </a:ext>
            </a:extLst>
          </p:cNvPr>
          <p:cNvSpPr/>
          <p:nvPr/>
        </p:nvSpPr>
        <p:spPr>
          <a:xfrm>
            <a:off x="238538" y="1200641"/>
            <a:ext cx="1096207" cy="1081383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400" dirty="0" err="1">
                <a:solidFill>
                  <a:schemeClr val="tx1"/>
                </a:solidFill>
                <a:latin typeface="IBM Plex Sans" panose="020B0503050203000203" pitchFamily="34" charset="0"/>
              </a:rPr>
              <a:t>unibox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Овал 5">
            <a:hlinkClick r:id="rId4" action="ppaction://hlinksldjump"/>
            <a:extLst>
              <a:ext uri="{FF2B5EF4-FFF2-40B4-BE49-F238E27FC236}">
                <a16:creationId xmlns:a16="http://schemas.microsoft.com/office/drawing/2014/main" id="{7D28F8EC-5875-B960-CBC3-7EC037E3380A}"/>
              </a:ext>
            </a:extLst>
          </p:cNvPr>
          <p:cNvSpPr/>
          <p:nvPr/>
        </p:nvSpPr>
        <p:spPr>
          <a:xfrm>
            <a:off x="318048" y="1280151"/>
            <a:ext cx="624716" cy="624716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F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hlinkClick r:id="rId4" action="ppaction://hlinksldjump"/>
            <a:extLst>
              <a:ext uri="{FF2B5EF4-FFF2-40B4-BE49-F238E27FC236}">
                <a16:creationId xmlns:a16="http://schemas.microsoft.com/office/drawing/2014/main" id="{5BF8AB4C-748C-5CD1-C6B3-D3BDDF98F11D}"/>
              </a:ext>
            </a:extLst>
          </p:cNvPr>
          <p:cNvSpPr/>
          <p:nvPr/>
        </p:nvSpPr>
        <p:spPr>
          <a:xfrm>
            <a:off x="452165" y="1470734"/>
            <a:ext cx="356482" cy="277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авнобедренный треугольник 10">
            <a:hlinkClick r:id="rId4" action="ppaction://hlinksldjump"/>
            <a:extLst>
              <a:ext uri="{FF2B5EF4-FFF2-40B4-BE49-F238E27FC236}">
                <a16:creationId xmlns:a16="http://schemas.microsoft.com/office/drawing/2014/main" id="{39149F10-BF0E-9532-3FB0-381C80E7647D}"/>
              </a:ext>
            </a:extLst>
          </p:cNvPr>
          <p:cNvSpPr/>
          <p:nvPr/>
        </p:nvSpPr>
        <p:spPr>
          <a:xfrm>
            <a:off x="395842" y="1357774"/>
            <a:ext cx="469127" cy="310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323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2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0F27AAA-0FB6-3BD3-A881-2BCD0B1D6E81}"/>
              </a:ext>
            </a:extLst>
          </p:cNvPr>
          <p:cNvSpPr/>
          <p:nvPr/>
        </p:nvSpPr>
        <p:spPr>
          <a:xfrm>
            <a:off x="6801016" y="659946"/>
            <a:ext cx="5231964" cy="3260035"/>
          </a:xfrm>
          <a:prstGeom prst="roundRect">
            <a:avLst>
              <a:gd name="adj" fmla="val 3008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hlinkClick r:id="rId3" action="ppaction://hlinksldjump"/>
            <a:extLst>
              <a:ext uri="{FF2B5EF4-FFF2-40B4-BE49-F238E27FC236}">
                <a16:creationId xmlns:a16="http://schemas.microsoft.com/office/drawing/2014/main" id="{249948BE-500E-961C-B683-0B55797C5A3A}"/>
              </a:ext>
            </a:extLst>
          </p:cNvPr>
          <p:cNvSpPr/>
          <p:nvPr/>
        </p:nvSpPr>
        <p:spPr>
          <a:xfrm>
            <a:off x="6880534" y="3474711"/>
            <a:ext cx="5064981" cy="365760"/>
          </a:xfrm>
          <a:prstGeom prst="roundRect">
            <a:avLst>
              <a:gd name="adj" fmla="val 13044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заряд батареи: 89% 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|</a:t>
            </a:r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Wi-Fi: </a:t>
            </a:r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включён </a:t>
            </a:r>
            <a:r>
              <a:rPr lang="en-US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| Bluetooth: </a:t>
            </a:r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включён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B1A8D0B-4594-AD02-4285-1285525CCF04}"/>
              </a:ext>
            </a:extLst>
          </p:cNvPr>
          <p:cNvSpPr/>
          <p:nvPr/>
        </p:nvSpPr>
        <p:spPr>
          <a:xfrm>
            <a:off x="6880533" y="739455"/>
            <a:ext cx="5064981" cy="699731"/>
          </a:xfrm>
          <a:prstGeom prst="roundRect">
            <a:avLst>
              <a:gd name="adj" fmla="val 7961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  <a:latin typeface="IBM Plex Sans" panose="020B0503050203000203" pitchFamily="34" charset="0"/>
              </a:rPr>
              <a:t>подсказка</a:t>
            </a:r>
          </a:p>
          <a:p>
            <a:r>
              <a:rPr lang="ru-RU" sz="1400" dirty="0">
                <a:solidFill>
                  <a:schemeClr val="tx1"/>
                </a:solidFill>
                <a:latin typeface="IBM Plex Sans" panose="020B0503050203000203" pitchFamily="34" charset="0"/>
              </a:rPr>
              <a:t>соня шлюха</a:t>
            </a:r>
          </a:p>
        </p:txBody>
      </p:sp>
      <p:sp>
        <p:nvSpPr>
          <p:cNvPr id="15" name="TextBox 14">
            <a:hlinkClick r:id="rId4" action="ppaction://hlinksldjump"/>
            <a:extLst>
              <a:ext uri="{FF2B5EF4-FFF2-40B4-BE49-F238E27FC236}">
                <a16:creationId xmlns:a16="http://schemas.microsoft.com/office/drawing/2014/main" id="{582596D3-6978-4DE8-CACB-008632F5741D}"/>
              </a:ext>
            </a:extLst>
          </p:cNvPr>
          <p:cNvSpPr txBox="1"/>
          <p:nvPr/>
        </p:nvSpPr>
        <p:spPr>
          <a:xfrm>
            <a:off x="508878" y="187498"/>
            <a:ext cx="143500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все приложения</a:t>
            </a:r>
          </a:p>
        </p:txBody>
      </p:sp>
      <p:sp>
        <p:nvSpPr>
          <p:cNvPr id="16" name="Звезда: 8 точек 15">
            <a:hlinkClick r:id="rId4" action="ppaction://hlinksldjump"/>
            <a:extLst>
              <a:ext uri="{FF2B5EF4-FFF2-40B4-BE49-F238E27FC236}">
                <a16:creationId xmlns:a16="http://schemas.microsoft.com/office/drawing/2014/main" id="{822A7243-E3C1-8D61-CF35-9D4151B68081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38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34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2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0F27AAA-0FB6-3BD3-A881-2BCD0B1D6E81}"/>
              </a:ext>
            </a:extLst>
          </p:cNvPr>
          <p:cNvSpPr/>
          <p:nvPr/>
        </p:nvSpPr>
        <p:spPr>
          <a:xfrm>
            <a:off x="6801016" y="659947"/>
            <a:ext cx="5231964" cy="2130962"/>
          </a:xfrm>
          <a:prstGeom prst="roundRect">
            <a:avLst>
              <a:gd name="adj" fmla="val 4127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hlinkClick r:id="rId3" action="ppaction://hlinksldjump"/>
            <a:extLst>
              <a:ext uri="{FF2B5EF4-FFF2-40B4-BE49-F238E27FC236}">
                <a16:creationId xmlns:a16="http://schemas.microsoft.com/office/drawing/2014/main" id="{249948BE-500E-961C-B683-0B55797C5A3A}"/>
              </a:ext>
            </a:extLst>
          </p:cNvPr>
          <p:cNvSpPr/>
          <p:nvPr/>
        </p:nvSpPr>
        <p:spPr>
          <a:xfrm>
            <a:off x="6880534" y="1256303"/>
            <a:ext cx="5064981" cy="1447140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заряд батареи: 89% </a:t>
            </a:r>
            <a:r>
              <a:rPr lang="en-US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|</a:t>
            </a:r>
            <a:r>
              <a:rPr lang="ru-RU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Wi-Fi: </a:t>
            </a:r>
            <a:r>
              <a:rPr lang="ru-RU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включён </a:t>
            </a:r>
            <a:r>
              <a:rPr lang="en-US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| Bluetooth: </a:t>
            </a:r>
            <a:r>
              <a:rPr lang="ru-RU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включён</a:t>
            </a:r>
          </a:p>
        </p:txBody>
      </p:sp>
      <p:sp>
        <p:nvSpPr>
          <p:cNvPr id="13" name="Прямоугольник: скругленные углы 12">
            <a:hlinkClick r:id="rId3" action="ppaction://hlinksldjump"/>
            <a:extLst>
              <a:ext uri="{FF2B5EF4-FFF2-40B4-BE49-F238E27FC236}">
                <a16:creationId xmlns:a16="http://schemas.microsoft.com/office/drawing/2014/main" id="{9B1A8D0B-4594-AD02-4285-1285525CCF04}"/>
              </a:ext>
            </a:extLst>
          </p:cNvPr>
          <p:cNvSpPr/>
          <p:nvPr/>
        </p:nvSpPr>
        <p:spPr>
          <a:xfrm>
            <a:off x="6880533" y="739456"/>
            <a:ext cx="5064981" cy="437337"/>
          </a:xfrm>
          <a:prstGeom prst="roundRect">
            <a:avLst>
              <a:gd name="adj" fmla="val 7961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1" dirty="0">
                <a:solidFill>
                  <a:schemeClr val="tx1"/>
                </a:solidFill>
                <a:latin typeface="IBM Plex Sans" panose="020B0503050203000203" pitchFamily="34" charset="0"/>
              </a:rPr>
              <a:t>подсказка</a:t>
            </a:r>
          </a:p>
          <a:p>
            <a:r>
              <a:rPr lang="ru-RU" sz="1200" dirty="0">
                <a:solidFill>
                  <a:schemeClr val="tx1"/>
                </a:solidFill>
                <a:latin typeface="IBM Plex Sans" panose="020B0503050203000203" pitchFamily="34" charset="0"/>
              </a:rPr>
              <a:t>соня шлюха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60A30EE-8A96-B635-EBFA-B496CAE116A1}"/>
              </a:ext>
            </a:extLst>
          </p:cNvPr>
          <p:cNvSpPr/>
          <p:nvPr/>
        </p:nvSpPr>
        <p:spPr>
          <a:xfrm>
            <a:off x="6960043" y="1574366"/>
            <a:ext cx="2422496" cy="47707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IBM Plex Sans" panose="020B0503050203000203" pitchFamily="34" charset="0"/>
              </a:rPr>
              <a:t>Wi-Fi</a:t>
            </a:r>
            <a:endParaRPr lang="ru-RU" sz="1400" b="1" dirty="0">
              <a:latin typeface="IBM Plex Sans" panose="020B050305020300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C37EAD8-726D-C2E2-C8A3-60A488C0F5DC}"/>
              </a:ext>
            </a:extLst>
          </p:cNvPr>
          <p:cNvSpPr/>
          <p:nvPr/>
        </p:nvSpPr>
        <p:spPr>
          <a:xfrm>
            <a:off x="9452779" y="1574366"/>
            <a:ext cx="2422496" cy="47707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BM Plex Sans" panose="020B0503050203000203" pitchFamily="34" charset="0"/>
              </a:rPr>
              <a:t>Bluetooth</a:t>
            </a:r>
            <a:endParaRPr lang="ru-RU" sz="1400" b="1" dirty="0">
              <a:latin typeface="IBM Plex Sans" panose="020B050305020300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EA639A2-11AF-1B69-0A84-A26035EFDA21}"/>
              </a:ext>
            </a:extLst>
          </p:cNvPr>
          <p:cNvSpPr/>
          <p:nvPr/>
        </p:nvSpPr>
        <p:spPr>
          <a:xfrm>
            <a:off x="6960043" y="2130968"/>
            <a:ext cx="2422496" cy="47707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latin typeface="IBM Plex Sans" panose="020B0503050203000203" pitchFamily="34" charset="0"/>
              </a:rPr>
              <a:t>высокая яркость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6F16B9-7D4B-49C6-E810-55261E400312}"/>
              </a:ext>
            </a:extLst>
          </p:cNvPr>
          <p:cNvSpPr/>
          <p:nvPr/>
        </p:nvSpPr>
        <p:spPr>
          <a:xfrm>
            <a:off x="9452779" y="2130968"/>
            <a:ext cx="2422496" cy="47707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latin typeface="IBM Plex Sans" panose="020B0503050203000203" pitchFamily="34" charset="0"/>
              </a:rPr>
              <a:t>громкий звук</a:t>
            </a:r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789C41E6-C843-8289-1B6C-DFCC6F034D76}"/>
              </a:ext>
            </a:extLst>
          </p:cNvPr>
          <p:cNvSpPr txBox="1"/>
          <p:nvPr/>
        </p:nvSpPr>
        <p:spPr>
          <a:xfrm>
            <a:off x="508878" y="187498"/>
            <a:ext cx="143500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все приложения</a:t>
            </a:r>
          </a:p>
        </p:txBody>
      </p:sp>
      <p:sp>
        <p:nvSpPr>
          <p:cNvPr id="15" name="Звезда: 8 точек 14">
            <a:hlinkClick r:id="rId4" action="ppaction://hlinksldjump"/>
            <a:extLst>
              <a:ext uri="{FF2B5EF4-FFF2-40B4-BE49-F238E27FC236}">
                <a16:creationId xmlns:a16="http://schemas.microsoft.com/office/drawing/2014/main" id="{857E6A5A-A522-249A-7C74-E298A31C4EAF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38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49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811D6FC-8944-81F1-747C-DE81E350EE6F}"/>
              </a:ext>
            </a:extLst>
          </p:cNvPr>
          <p:cNvSpPr/>
          <p:nvPr/>
        </p:nvSpPr>
        <p:spPr>
          <a:xfrm>
            <a:off x="3480016" y="1791042"/>
            <a:ext cx="5231964" cy="3260035"/>
          </a:xfrm>
          <a:prstGeom prst="roundRect">
            <a:avLst>
              <a:gd name="adj" fmla="val 3008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hlinkClick r:id="rId2" action="ppaction://hlinksldjump"/>
            <a:extLst>
              <a:ext uri="{FF2B5EF4-FFF2-40B4-BE49-F238E27FC236}">
                <a16:creationId xmlns:a16="http://schemas.microsoft.com/office/drawing/2014/main" id="{AAFC8EAD-5F07-BD99-F51C-937BE9D9B21A}"/>
              </a:ext>
            </a:extLst>
          </p:cNvPr>
          <p:cNvSpPr/>
          <p:nvPr/>
        </p:nvSpPr>
        <p:spPr>
          <a:xfrm>
            <a:off x="3480016" y="1791041"/>
            <a:ext cx="5231963" cy="3260035"/>
          </a:xfrm>
          <a:prstGeom prst="roundRect">
            <a:avLst>
              <a:gd name="adj" fmla="val 651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BM Plex Sans" panose="020B0503050203000203" pitchFamily="34" charset="0"/>
              </a:rPr>
              <a:t>unibox</a:t>
            </a:r>
            <a:endParaRPr lang="ru-RU" sz="1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2" name="TextBox 1">
            <a:hlinkClick r:id="rId3" action="ppaction://hlinksldjump"/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8878" y="187498"/>
            <a:ext cx="143500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все приложения</a:t>
            </a:r>
          </a:p>
        </p:txBody>
      </p:sp>
      <p:sp>
        <p:nvSpPr>
          <p:cNvPr id="7" name="Звезда: 8 точек 6">
            <a:hlinkClick r:id="rId3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38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4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DF55529-463F-049A-12BC-99D0055C7F33}"/>
              </a:ext>
            </a:extLst>
          </p:cNvPr>
          <p:cNvSpPr/>
          <p:nvPr/>
        </p:nvSpPr>
        <p:spPr>
          <a:xfrm>
            <a:off x="5783641" y="2631871"/>
            <a:ext cx="624716" cy="624716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F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07A5C-C35D-8B19-4134-A3FFA3E6E939}"/>
              </a:ext>
            </a:extLst>
          </p:cNvPr>
          <p:cNvSpPr/>
          <p:nvPr/>
        </p:nvSpPr>
        <p:spPr>
          <a:xfrm>
            <a:off x="5917758" y="2822454"/>
            <a:ext cx="356482" cy="277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996C43ED-2035-0753-539F-9514C0339E65}"/>
              </a:ext>
            </a:extLst>
          </p:cNvPr>
          <p:cNvSpPr/>
          <p:nvPr/>
        </p:nvSpPr>
        <p:spPr>
          <a:xfrm>
            <a:off x="5861435" y="2709494"/>
            <a:ext cx="469127" cy="310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1717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811D6FC-8944-81F1-747C-DE81E350EE6F}"/>
              </a:ext>
            </a:extLst>
          </p:cNvPr>
          <p:cNvSpPr/>
          <p:nvPr/>
        </p:nvSpPr>
        <p:spPr>
          <a:xfrm>
            <a:off x="3480016" y="1791042"/>
            <a:ext cx="5231964" cy="3260035"/>
          </a:xfrm>
          <a:prstGeom prst="roundRect">
            <a:avLst>
              <a:gd name="adj" fmla="val 3008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508878" y="187498"/>
            <a:ext cx="143500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все приложения</a:t>
            </a:r>
          </a:p>
        </p:txBody>
      </p:sp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159020" y="151069"/>
            <a:ext cx="349858" cy="349858"/>
          </a:xfrm>
          <a:prstGeom prst="star8">
            <a:avLst>
              <a:gd name="adj" fmla="val 38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1D4E4-51C1-469D-891D-F34CF430F854}"/>
              </a:ext>
            </a:extLst>
          </p:cNvPr>
          <p:cNvSpPr txBox="1"/>
          <p:nvPr/>
        </p:nvSpPr>
        <p:spPr>
          <a:xfrm>
            <a:off x="5792072" y="187498"/>
            <a:ext cx="60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9" name="TextBox 8">
            <a:hlinkClick r:id="rId3" action="ppaction://hlinksldjump"/>
            <a:extLst>
              <a:ext uri="{FF2B5EF4-FFF2-40B4-BE49-F238E27FC236}">
                <a16:creationId xmlns:a16="http://schemas.microsoft.com/office/drawing/2014/main" id="{0F336B58-6462-4028-1C22-30EB26357151}"/>
              </a:ext>
            </a:extLst>
          </p:cNvPr>
          <p:cNvSpPr txBox="1"/>
          <p:nvPr/>
        </p:nvSpPr>
        <p:spPr>
          <a:xfrm>
            <a:off x="9948755" y="187498"/>
            <a:ext cx="208422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1200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4" name="Овал 3">
            <a:hlinkClick r:id="rId4" action="ppaction://hlinksldjump"/>
            <a:extLst>
              <a:ext uri="{FF2B5EF4-FFF2-40B4-BE49-F238E27FC236}">
                <a16:creationId xmlns:a16="http://schemas.microsoft.com/office/drawing/2014/main" id="{0DF55529-463F-049A-12BC-99D0055C7F33}"/>
              </a:ext>
            </a:extLst>
          </p:cNvPr>
          <p:cNvSpPr/>
          <p:nvPr/>
        </p:nvSpPr>
        <p:spPr>
          <a:xfrm>
            <a:off x="3519771" y="1822846"/>
            <a:ext cx="235496" cy="235496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B0F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hlinkClick r:id="rId4" action="ppaction://hlinksldjump"/>
            <a:extLst>
              <a:ext uri="{FF2B5EF4-FFF2-40B4-BE49-F238E27FC236}">
                <a16:creationId xmlns:a16="http://schemas.microsoft.com/office/drawing/2014/main" id="{9FA07A5C-C35D-8B19-4134-A3FFA3E6E939}"/>
              </a:ext>
            </a:extLst>
          </p:cNvPr>
          <p:cNvSpPr/>
          <p:nvPr/>
        </p:nvSpPr>
        <p:spPr>
          <a:xfrm>
            <a:off x="3570328" y="1894689"/>
            <a:ext cx="134381" cy="10441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Равнобедренный треугольник 5">
            <a:hlinkClick r:id="rId4" action="ppaction://hlinksldjump"/>
            <a:extLst>
              <a:ext uri="{FF2B5EF4-FFF2-40B4-BE49-F238E27FC236}">
                <a16:creationId xmlns:a16="http://schemas.microsoft.com/office/drawing/2014/main" id="{996C43ED-2035-0753-539F-9514C0339E65}"/>
              </a:ext>
            </a:extLst>
          </p:cNvPr>
          <p:cNvSpPr/>
          <p:nvPr/>
        </p:nvSpPr>
        <p:spPr>
          <a:xfrm>
            <a:off x="3549097" y="1852107"/>
            <a:ext cx="176844" cy="116897"/>
          </a:xfrm>
          <a:prstGeom prst="triangl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0C0F98-6690-88FC-D75A-72956EEC5FF2}"/>
              </a:ext>
            </a:extLst>
          </p:cNvPr>
          <p:cNvSpPr txBox="1"/>
          <p:nvPr/>
        </p:nvSpPr>
        <p:spPr>
          <a:xfrm>
            <a:off x="5730353" y="1791042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IBM Plex Sans" panose="020B0503050203000203" pitchFamily="34" charset="0"/>
              </a:rPr>
              <a:t>unibox</a:t>
            </a:r>
            <a:endParaRPr lang="ru-RU" sz="1400" dirty="0">
              <a:latin typeface="IBM Plex Sans" panose="020B050305020300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060760-612C-DB0C-4502-08B9B1515E8F}"/>
              </a:ext>
            </a:extLst>
          </p:cNvPr>
          <p:cNvSpPr/>
          <p:nvPr/>
        </p:nvSpPr>
        <p:spPr>
          <a:xfrm>
            <a:off x="5573864" y="4659464"/>
            <a:ext cx="3138116" cy="391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введите текст сообщения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4082B00-6505-9519-B79A-E942D21121ED}"/>
              </a:ext>
            </a:extLst>
          </p:cNvPr>
          <p:cNvSpPr/>
          <p:nvPr/>
        </p:nvSpPr>
        <p:spPr>
          <a:xfrm>
            <a:off x="3480016" y="2087603"/>
            <a:ext cx="2093848" cy="2963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8DEFC-D580-A3FC-7C5E-B5E45ADF91DE}"/>
              </a:ext>
            </a:extLst>
          </p:cNvPr>
          <p:cNvSpPr txBox="1"/>
          <p:nvPr/>
        </p:nvSpPr>
        <p:spPr>
          <a:xfrm>
            <a:off x="3480016" y="2098819"/>
            <a:ext cx="2093848" cy="3077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виннер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DB3FC-7E58-DC38-738B-B6B91347D6A7}"/>
              </a:ext>
            </a:extLst>
          </p:cNvPr>
          <p:cNvSpPr txBox="1"/>
          <p:nvPr/>
        </p:nvSpPr>
        <p:spPr>
          <a:xfrm>
            <a:off x="3480016" y="2417812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избранное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B0D48C-0B59-D682-024E-51427D6C0560}"/>
              </a:ext>
            </a:extLst>
          </p:cNvPr>
          <p:cNvSpPr txBox="1"/>
          <p:nvPr/>
        </p:nvSpPr>
        <p:spPr>
          <a:xfrm>
            <a:off x="3480016" y="2736805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ангелина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6102F-1120-3725-6258-C869039B6E1E}"/>
              </a:ext>
            </a:extLst>
          </p:cNvPr>
          <p:cNvSpPr txBox="1"/>
          <p:nvPr/>
        </p:nvSpPr>
        <p:spPr>
          <a:xfrm>
            <a:off x="3480016" y="3055798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никита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13512A-921E-2E95-9175-1B6F377AF791}"/>
              </a:ext>
            </a:extLst>
          </p:cNvPr>
          <p:cNvSpPr txBox="1"/>
          <p:nvPr/>
        </p:nvSpPr>
        <p:spPr>
          <a:xfrm>
            <a:off x="3480016" y="3374791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милана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D80C5-6FDA-00E1-2985-A4C0CB8C318E}"/>
              </a:ext>
            </a:extLst>
          </p:cNvPr>
          <p:cNvSpPr txBox="1"/>
          <p:nvPr/>
        </p:nvSpPr>
        <p:spPr>
          <a:xfrm>
            <a:off x="3480016" y="3693784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мама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1B169-D62A-8975-598E-E645871E9AF9}"/>
              </a:ext>
            </a:extLst>
          </p:cNvPr>
          <p:cNvSpPr txBox="1"/>
          <p:nvPr/>
        </p:nvSpPr>
        <p:spPr>
          <a:xfrm>
            <a:off x="3480016" y="4012777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вика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541DB7-85CE-0ED7-C3C6-1ADB415B087A}"/>
              </a:ext>
            </a:extLst>
          </p:cNvPr>
          <p:cNvSpPr txBox="1"/>
          <p:nvPr/>
        </p:nvSpPr>
        <p:spPr>
          <a:xfrm>
            <a:off x="3480016" y="4331770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ульяна</a:t>
            </a:r>
            <a:endParaRPr lang="ru-RU" sz="1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E09707-B97E-B871-0852-267CA18B9949}"/>
              </a:ext>
            </a:extLst>
          </p:cNvPr>
          <p:cNvSpPr txBox="1"/>
          <p:nvPr/>
        </p:nvSpPr>
        <p:spPr>
          <a:xfrm>
            <a:off x="3480016" y="4650763"/>
            <a:ext cx="20938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мизулина</a:t>
            </a:r>
            <a:endParaRPr lang="ru-RU" sz="1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E92CB78-41FA-E995-F0D3-01173B25811B}"/>
              </a:ext>
            </a:extLst>
          </p:cNvPr>
          <p:cNvSpPr/>
          <p:nvPr/>
        </p:nvSpPr>
        <p:spPr>
          <a:xfrm>
            <a:off x="5913119" y="2800165"/>
            <a:ext cx="2459605" cy="123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Пожалуйста, обновите вашу версию </a:t>
            </a:r>
            <a:r>
              <a:rPr lang="en-US" sz="14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Telegram. </a:t>
            </a:r>
            <a:r>
              <a:rPr lang="ru-RU" sz="14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Данный чат не поддерживается.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3528670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Words>331</Words>
  <Application>Microsoft Office PowerPoint</Application>
  <PresentationFormat>Широкоэкранный</PresentationFormat>
  <Paragraphs>143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IBM Plex Sans</vt:lpstr>
      <vt:lpstr>Open Sans</vt:lpstr>
      <vt:lpstr>Office Theme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Ярослав</dc:creator>
  <cp:lastModifiedBy>Ярослав</cp:lastModifiedBy>
  <cp:revision>3</cp:revision>
  <dcterms:created xsi:type="dcterms:W3CDTF">2023-03-28T06:17:27Z</dcterms:created>
  <dcterms:modified xsi:type="dcterms:W3CDTF">2023-03-28T13:10:26Z</dcterms:modified>
</cp:coreProperties>
</file>